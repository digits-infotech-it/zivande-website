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779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6104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8612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5252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9178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826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5443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704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807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2507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371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2123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19227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2981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820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7216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59794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10772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24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772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931920"/>
            <a:ext cx="3840480" cy="3840480"/>
          </a:xfrm>
          <a:prstGeom prst="ellipse">
            <a:avLst/>
          </a:prstGeom>
          <a:solidFill>
            <a:srgbClr val="0EA5B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INFO 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Services &amp; Capabilities Overview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partner for IT strategy, engineering, infrastructure, and digital innovation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5989320"/>
            <a:ext cx="1280160" cy="0"/>
          </a:xfrm>
          <a:prstGeom prst="line">
            <a:avLst/>
          </a:prstGeom>
          <a:noFill/>
          <a:ln w="25400">
            <a:solidFill>
              <a:srgbClr val="0EA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Deck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IT Advisory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01–08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Services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technology services that help enterprises plan, build, run, and continuously improve their IT landscape.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operations &amp; support desk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strategy and roadmap planning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SLA management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delivery across on-prem and cloud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Consulting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outcomes-driven advisory that aligns technology investment with business strategy and growth goals.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due-diligence &amp; feasibility studies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 optimization advisory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tool selection guidance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opportunity assessment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3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Operating Model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future-state structure of people, process, and technology needed to deliver your business strategy.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 future-state operating model design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role design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capability alignment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roadmap &amp; change planning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4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Governance Model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that ensure IT decisions, investments, and risk are managed consistently and transparently across the enterprise.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structure &amp; decision rights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control framework design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steering committee enablement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compliance &amp; performance oversight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5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IT Assessment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 of your current IT landscape to identify gaps, risks, and opportunities for improvement.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application health checks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benchmarking against industry standards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and risk identification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improvement roadmap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6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Architecture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unified architecture blueprint that connects business strategy, applications, data, and infrastructure.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application &amp; data architecture design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standards &amp; reference architectures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governance and roadmaps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TOGAF / industry frameworks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7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Capability Management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and managing organizational capabilities to ensure technology investment delivers measurable business value.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mapping &amp; heat-mapping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prioritization by business value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maturity tracking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and capability uplift plans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8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and Service Value Strategize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product and service strategies that maximize customer value and long-term competitive advantage.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Product/service portfolio strategy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design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and pricing strategy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roadmap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Application Engineering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09–15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9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engineering delivered with modern practices to build reliable, scalable, and secure solutions.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design &amp; build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DevOps delivery practices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&amp; automated testing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and code review standards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0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Development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and building web and enterprise applications tailored to your business processes and user needs.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enterprise application development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and microservices architecture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UI/UX-focused front-end engineering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third-party systems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1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 Development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 cross-platform mobile apps that deliver seamless experiences across iOS and Android.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 &amp; cross-platform development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 expertise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deployment &amp; release management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 &amp; offline-first design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2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Process Optimization and Management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Streamlining workflows and operations to reduce cost, eliminate waste, and improve speed and quality.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 &amp; bottleneck analysis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&amp; re-engineering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tooling implementation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frameworks (Lean/Six Sigma)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3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and Advice on Process, Standards and Compliance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 of processes against industry standards to strengthen compliance and operational integrity.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standards gap assessment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advisory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SOP development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 support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4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Excellence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disciplined practices that drive consistent, high-quality outcomes across day-to-day operations.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frameworks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productivity benchmarking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culture building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5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for Agility and Sustainable Business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flexible, resilient capabilities that let organizations adapt quickly while operating responsibly.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transformation enablement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and business continuity planning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technology practices (Green IT)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operating models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Governance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16–21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6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Services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deploying, and managing the foundational IT infrastructure that powers reliable business operations.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network &amp; storage management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(AWS/Azure/GCP)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backup &amp; disaster recovery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automation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7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Compliance and Audit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IT operations meet regulatory, security, and contractual obligations through structured audit practices.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controls and compliance audits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/ SOC 2 / GDPR readiness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documentation &amp; evidence management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tracking and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8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Management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Technology-enabled solutions that improve visibility, efficiency, and resilience across the supply chain.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process digitization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 &amp; forecasting tools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procurement system integration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and visibility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19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Management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optimizing the lifecycle of IT and business assets to maximize value and minimize risk.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asset inventory &amp; lifecycle tracking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contract management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utilization analytics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and cost optimization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0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Management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the movement and storage of goods through smarter planning, tracking, and coordination.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fleet optimization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 systems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order tracking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analytics &amp;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1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Relationship Management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CRM solutions that strengthen customer engagement, retention, and sales performance.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platform implementation &amp; customization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automation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unification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retention analytics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&amp; Modernization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22–24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2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Transformation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business models, processes, and customer experiences through end-to-end digital adoption.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strategy &amp; roadmap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Legacy-to-digital process transformation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&amp; adoption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customer experience design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3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Modernization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legacy infrastructure into agile, scalable, cloud-ready environments built for the future.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&amp; hybrid cloud strategy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(Docker/Kubernetes)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security modernization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Cost-optimized infrastructure re-architecture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4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Modernization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legacy applications to modern, maintainable architectures that improve performance and agility.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re-platforming &amp; re-architecting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Monolith-to-microservices migration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enablement of legacy systems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reduction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Data &amp; Digital Growth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25–32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5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AI to automate decisions, unlock insights, and create intelligent products and services.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use-case identification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 solutions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integration (incl. LLM/Agentic AI)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governance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6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26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predictive and adaptive models that learn from data to improve decisions and outcomes.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&amp; forecasting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classification systems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design &amp; MLOps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and retraining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7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neural network architectures to solve complex problems in vision, language, and pattern recognition.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solutions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design &amp; training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pre-trained models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training pipelines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8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systems to understand, generate, and act on human language for smarter automation and insights.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conversational AI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&amp; sentiment analysis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&amp; extraction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language solutions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29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29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actionable insight through structured analysis, visualization, and reporting.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&amp; pipeline design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&amp; predictive analytics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and quality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30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brand growth and customer acquisition through integrated, data-informed digital marketing strategies.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campaign strategy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social media marketing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&amp; attribution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optimization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31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 Optimization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31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organic visibility and search rankings to drive sustainable, high-quality traffic and leads.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 audits &amp; fixes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strategy &amp; content optimization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&amp; authority growth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performance analytics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114800" cy="4114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58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6" name="Image 0" descr="icons/32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46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(Internet of Things)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32 / 32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594360"/>
            <a:ext cx="6842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devices and sensors to capture real-time data and enable smarter, automated operations.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709160" y="1874520"/>
            <a:ext cx="6842455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solution architecture &amp; deployment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19456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1868" y="242316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17" name="Text 14"/>
          <p:cNvSpPr/>
          <p:nvPr/>
        </p:nvSpPr>
        <p:spPr>
          <a:xfrm>
            <a:off x="854186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1868" y="285292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 &amp; edge computing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dashboards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4069080"/>
            <a:ext cx="3238348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41868" y="4297680"/>
            <a:ext cx="292608" cy="292608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25" name="Text 22"/>
          <p:cNvSpPr/>
          <p:nvPr/>
        </p:nvSpPr>
        <p:spPr>
          <a:xfrm>
            <a:off x="8541868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1868" y="4727448"/>
            <a:ext cx="2781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applications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0EA5B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188720" cy="1188720"/>
          </a:xfrm>
          <a:prstGeom prst="ellipse">
            <a:avLst/>
          </a:prstGeom>
          <a:solidFill>
            <a:srgbClr val="0EA5B5"/>
          </a:solidFill>
          <a:ln/>
          <a:effectLst>
            <a:outerShdw blurRad="101600" dist="38100" dir="2700000" algn="bl" rotWithShape="0">
              <a:srgbClr val="0A1A2E">
                <a:alpha val="18000"/>
              </a:srgbClr>
            </a:outerShdw>
          </a:effectLst>
        </p:spPr>
      </p:sp>
      <p:pic>
        <p:nvPicPr>
          <p:cNvPr id="5" name="Image 0" descr="icons/extra_Fa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2115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What's Next, Together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strategy and architecture to engineering, infrastructure, and AI — Digits Info Tech is your end-to-end technology partner.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4572000"/>
            <a:ext cx="1280160" cy="0"/>
          </a:xfrm>
          <a:prstGeom prst="line">
            <a:avLst/>
          </a:prstGeom>
          <a:noFill/>
          <a:ln w="25400">
            <a:solidFill>
              <a:srgbClr val="0EA5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00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www.digitsinfotech.com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contact@digitsinfotech.com</a:t>
            </a:r>
            <a:endParaRPr lang="en-US" sz="13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691A74-AFEB-4EAF-8D24-41A88A1AF0A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9499605-9f10-43b8-b5fc-7682feb408c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22</TotalTime>
  <Words>1614</Words>
  <Application>Microsoft Office PowerPoint</Application>
  <PresentationFormat>Widescreen</PresentationFormat>
  <Paragraphs>446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Services &amp; Capabilities Overview</dc:title>
  <dc:subject>PptxGenJS Presentation</dc:subject>
  <dc:creator>Digits Info Tech</dc:creator>
  <cp:lastModifiedBy>Administrator</cp:lastModifiedBy>
  <cp:revision>2</cp:revision>
  <dcterms:created xsi:type="dcterms:W3CDTF">2026-06-18T11:39:55Z</dcterms:created>
  <dcterms:modified xsi:type="dcterms:W3CDTF">2026-06-18T12:09:08Z</dcterms:modified>
</cp:coreProperties>
</file>